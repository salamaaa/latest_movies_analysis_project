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Latest Movies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• SQL •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End-to-end analysis of movie dataset</a:t>
            </a:r>
          </a:p>
          <a:p>
            <a:r>
              <a:t>• Python for EDA &amp; cleaning</a:t>
            </a:r>
          </a:p>
          <a:p>
            <a:r>
              <a:t>• SQL for analytical queries</a:t>
            </a:r>
          </a:p>
          <a:p>
            <a:r>
              <a:t>• Power BI dashboard for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Work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Loaded dataset using Pandas</a:t>
            </a:r>
          </a:p>
          <a:p>
            <a:r>
              <a:t>• Explored popularity, ratings, votes</a:t>
            </a:r>
          </a:p>
          <a:p>
            <a:r>
              <a:t>• Cleaned date formats, missing values</a:t>
            </a:r>
          </a:p>
          <a:p>
            <a:r>
              <a:t>• Generated initial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Querying with PostgreSQL</a:t>
            </a:r>
          </a:p>
          <a:p>
            <a:r>
              <a:t>• Language distribution</a:t>
            </a:r>
          </a:p>
          <a:p>
            <a:r>
              <a:t>• Top popular movies</a:t>
            </a:r>
          </a:p>
          <a:p>
            <a:r>
              <a:t>• Rankings using window functions</a:t>
            </a:r>
          </a:p>
          <a:p>
            <a:r>
              <a:t>• Vote and rating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KPIs for popularity &amp; ratings</a:t>
            </a:r>
          </a:p>
          <a:p>
            <a:r>
              <a:t>• Top 10 charts and vote analysis</a:t>
            </a:r>
          </a:p>
          <a:p>
            <a:r>
              <a:t>• Language-wise movie trends</a:t>
            </a:r>
          </a:p>
          <a:p>
            <a:r>
              <a:t>• Release date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English films dominate dataset</a:t>
            </a:r>
          </a:p>
          <a:p>
            <a:r>
              <a:t>• Popularity ≠ high vote count</a:t>
            </a:r>
          </a:p>
          <a:p>
            <a:r>
              <a:t>• Non-English movies show strong niche performance</a:t>
            </a:r>
          </a:p>
          <a:p>
            <a:r>
              <a:t>• Release dates reveal distribution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latest_movies_analysis.ipynb</a:t>
            </a:r>
          </a:p>
          <a:p>
            <a:r>
              <a:t>• Latest movies analysis queries.sql</a:t>
            </a:r>
          </a:p>
          <a:p>
            <a:r>
              <a:t>• latest_movies_analysis_dashboard.pbix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completed using Python, SQL, and Power BI.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